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Aplicação de Aprendizado Supervisionado na Indústria Cinematográfica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Integrantes: Felipe Borges e Fernando Filter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Tarefa 1: Análise de Sentimentos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de Sentimentos: Objetivo e 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Objetivo: Classificar críticas de filmes como positivas ou negativas.</a:t>
            </a:r>
          </a:p>
          <a:p>
            <a:pPr>
              <a:defRPr sz="2000"/>
            </a:pPr>
            <a:r>
              <a:t>Dataset: IMDb Large Movie Review Dataset (50.000 críticas).</a:t>
            </a:r>
          </a:p>
          <a:p>
            <a:pPr>
              <a:defRPr sz="2000"/>
            </a:pPr>
            <a:r>
              <a:t>Técnica: Vetorização com TF-IDF.</a:t>
            </a:r>
          </a:p>
          <a:p>
            <a:pPr>
              <a:defRPr sz="2000"/>
            </a:pPr>
            <a:r>
              <a:t>Modelo: Regressão Logística.</a:t>
            </a:r>
          </a:p>
          <a:p>
            <a:pPr>
              <a:defRPr sz="2000"/>
            </a:pPr>
            <a:r>
              <a:t>Resultado: Acurácia de 89.47%.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das Classes (Balanceado)</a:t>
            </a:r>
          </a:p>
        </p:txBody>
      </p:sp>
      <p:pic>
        <p:nvPicPr>
          <p:cNvPr id="3" name="Picture 2" descr="sentimentos_distribu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Nuvem de Palavras: Críticas Positivas</a:t>
            </a:r>
          </a:p>
        </p:txBody>
      </p:sp>
      <p:pic>
        <p:nvPicPr>
          <p:cNvPr id="3" name="Picture 2" descr="sentimentos_wordcloud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Nuvem de Palavras: Críticas Negativas</a:t>
            </a:r>
          </a:p>
        </p:txBody>
      </p:sp>
      <p:pic>
        <p:nvPicPr>
          <p:cNvPr id="3" name="Picture 2" descr="sentimentos_wordcloud_n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Tarefa 2: Previsão de Sucesso de Bilheteria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Previsão de Bilheteria: Objetivo e 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Objetivo: Prever se um filme terá ROI (Retorno/Orçamento) &gt;= 3.</a:t>
            </a:r>
          </a:p>
          <a:p>
            <a:pPr>
              <a:defRPr sz="2000"/>
            </a:pPr>
            <a:r>
              <a:t>Dataset: TMDB 5000 Movie Dataset.</a:t>
            </a:r>
          </a:p>
          <a:p>
            <a:pPr>
              <a:defRPr sz="2000"/>
            </a:pPr>
            <a:r>
              <a:t>Features: Orçamento, popularidade, duração, nota média, contagem de votos.</a:t>
            </a:r>
          </a:p>
          <a:p>
            <a:pPr>
              <a:defRPr sz="2000"/>
            </a:pPr>
            <a:r>
              <a:t>Modelo: Random Forest Classifier.</a:t>
            </a:r>
          </a:p>
          <a:p>
            <a:pPr>
              <a:defRPr sz="2000"/>
            </a:pPr>
            <a:r>
              <a:t>Resultado: Acurácia de 72.45%.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Matriz de Correlação entre Features</a:t>
            </a:r>
          </a:p>
        </p:txBody>
      </p:sp>
      <p:pic>
        <p:nvPicPr>
          <p:cNvPr id="3" name="Picture 2" descr="bilheteria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das Features Numéricas</a:t>
            </a:r>
          </a:p>
        </p:txBody>
      </p:sp>
      <p:pic>
        <p:nvPicPr>
          <p:cNvPr id="3" name="Picture 2" descr="bilheteria_histogra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Tarefa 3: Classificação de Gênero por Pôster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Classificação de Pôsteres: Objetivo e 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Objetivo: Classificar o gênero de um filme a partir de seu pôster (Multi-label).</a:t>
            </a:r>
          </a:p>
          <a:p>
            <a:pPr>
              <a:defRPr sz="2000"/>
            </a:pPr>
            <a:r>
              <a:t>Dataset: Movie Poster Dataset (amostra de 500 pôsteres).</a:t>
            </a:r>
          </a:p>
          <a:p>
            <a:pPr>
              <a:defRPr sz="2000"/>
            </a:pPr>
            <a:r>
              <a:t>Técnica: Rede Neural Convolucional (CNN).</a:t>
            </a:r>
          </a:p>
          <a:p>
            <a:pPr>
              <a:defRPr sz="2000"/>
            </a:pPr>
            <a:r>
              <a:t>Modelo: Keras/TensorFlow com 3 camadas convolucionais.</a:t>
            </a:r>
          </a:p>
          <a:p>
            <a:pPr>
              <a:defRPr sz="2000"/>
            </a:pPr>
            <a:r>
              <a:t>Resultado: Acurácia de 57.53% (prova de conceito).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dos 10 Gêneros Mais Comuns</a:t>
            </a:r>
          </a:p>
        </p:txBody>
      </p:sp>
      <p:pic>
        <p:nvPicPr>
          <p:cNvPr id="3" name="Picture 2" descr="posters_distribuicao_gen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Sucesso na aplicação de ML em 3 domínios: Texto, Tabelas e Imagens.</a:t>
            </a:r>
          </a:p>
          <a:p>
            <a:pPr>
              <a:defRPr sz="2000"/>
            </a:pPr>
            <a:r>
              <a:t>Análise de Sentimentos: Modelo robusto com 89.47% de acurácia.</a:t>
            </a:r>
          </a:p>
          <a:p>
            <a:pPr>
              <a:defRPr sz="2000"/>
            </a:pPr>
            <a:r>
              <a:t>Previsão de Bilheteria: Modelo funcional com 72.45% de acurácia.</a:t>
            </a:r>
          </a:p>
          <a:p>
            <a:pPr>
              <a:defRPr sz="2000"/>
            </a:pPr>
            <a:r>
              <a:t>Classificação de Pôsteres: Pipeline estabelecido com 57.53% de acurácia inicial.</a:t>
            </a:r>
          </a:p>
          <a:p>
            <a:pPr>
              <a:defRPr sz="2000"/>
            </a:pPr>
            <a:r>
              <a:t>Próximos Passos: Aumentar datasets, treinar por mais tempo e otimizar hiperparâmetros.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